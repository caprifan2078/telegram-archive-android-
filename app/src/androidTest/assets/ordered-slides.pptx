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7" ns1:id="rId8"/>
    <ns0:sldId id="256" ns1:id="rId7"/>
  </ns0:sldIdLst>
  <ns0:sldSz cx="9144000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Начало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Конец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